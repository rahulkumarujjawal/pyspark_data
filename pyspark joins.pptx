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06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7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896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54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42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83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800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03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8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009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932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7038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67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74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573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68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4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FE5667-B5A0-4CE1-A39E-73C23D9F637F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3671E-9FD0-4131-8A5F-A7E8387E8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98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64C4-94F5-73E3-9E8B-F7829E62F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10165317" cy="3329581"/>
          </a:xfrm>
        </p:spPr>
        <p:txBody>
          <a:bodyPr/>
          <a:lstStyle/>
          <a:p>
            <a:r>
              <a:rPr lang="en-IN" b="1" u="sng" dirty="0"/>
              <a:t>PYSPARK JOINS INTERVIEW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5E1A6-6F73-AFD2-9CB6-5931C316F2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VISIONBOARD</a:t>
            </a:r>
          </a:p>
        </p:txBody>
      </p:sp>
    </p:spTree>
    <p:extLst>
      <p:ext uri="{BB962C8B-B14F-4D97-AF65-F5344CB8AC3E}">
        <p14:creationId xmlns:p14="http://schemas.microsoft.com/office/powerpoint/2010/main" val="141012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12B1-9796-268E-9F0E-EAB04ED28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946541" cy="1046898"/>
          </a:xfrm>
        </p:spPr>
        <p:txBody>
          <a:bodyPr/>
          <a:lstStyle/>
          <a:p>
            <a:r>
              <a:rPr lang="en-IN" dirty="0"/>
              <a:t>QUESTION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63F3D-06B8-DBAC-A050-E38460C12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769454"/>
            <a:ext cx="10985057" cy="4750218"/>
          </a:xfrm>
        </p:spPr>
        <p:txBody>
          <a:bodyPr/>
          <a:lstStyle/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data1 = [(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"John"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"Alice"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"Bob"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data2 = [(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"Engineering"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"Sales"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</a:br>
            <a:r>
              <a:rPr lang="en-IN" b="0" dirty="0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# Create </a:t>
            </a:r>
            <a:r>
              <a:rPr lang="en-IN" b="0" dirty="0" err="1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DataFrames</a:t>
            </a:r>
            <a:endParaRPr lang="en-IN" b="0" dirty="0">
              <a:solidFill>
                <a:srgbClr val="000000"/>
              </a:solidFill>
              <a:effectLst/>
              <a:highlight>
                <a:srgbClr val="FAFAFA"/>
              </a:highlight>
              <a:latin typeface="Menlo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df1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(data1,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"Name"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df2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(data2,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department_name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  <a:p>
            <a:endParaRPr lang="en-IN" dirty="0">
              <a:solidFill>
                <a:srgbClr val="FFFFFF"/>
              </a:solidFill>
              <a:highlight>
                <a:srgbClr val="0D0D0D"/>
              </a:highlight>
              <a:latin typeface="Söhne Mono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FD4A4-548B-E467-2DE3-72C672C72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210" y="2039244"/>
            <a:ext cx="4810796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70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C158-967C-83C0-4A00-AA9AFFDF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DBBD9-144F-EA73-7790-E1C621B39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2075688"/>
            <a:ext cx="9574365" cy="4172711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E54A0-0ADA-9B72-AB47-A61F42DF9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67" y="1853248"/>
            <a:ext cx="4534533" cy="1933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EB32C8-59E7-86E6-C3AB-AE1BF7FF1FD5}"/>
              </a:ext>
            </a:extLst>
          </p:cNvPr>
          <p:cNvSpPr txBox="1"/>
          <p:nvPr/>
        </p:nvSpPr>
        <p:spPr>
          <a:xfrm>
            <a:off x="740664" y="2395728"/>
            <a:ext cx="79918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data1 = [(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"John"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"Alice"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"Bob"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data2 = [(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"Engineering"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"Marketing"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</a:br>
            <a:r>
              <a:rPr lang="en-IN" b="0" dirty="0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# Create </a:t>
            </a:r>
            <a:r>
              <a:rPr lang="en-IN" b="0" dirty="0" err="1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DataFrames</a:t>
            </a:r>
            <a:endParaRPr lang="en-IN" b="0" dirty="0">
              <a:solidFill>
                <a:srgbClr val="000000"/>
              </a:solidFill>
              <a:effectLst/>
              <a:highlight>
                <a:srgbClr val="FAFAFA"/>
              </a:highlight>
              <a:latin typeface="Menlo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df1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(data1,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"Name"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df2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(data2,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department_name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38853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4FBB-7B18-00D3-C873-61851723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06CC-D2FE-EE1B-51DD-AE97A3E73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481328"/>
            <a:ext cx="9510357" cy="4767071"/>
          </a:xfrm>
        </p:spPr>
        <p:txBody>
          <a:bodyPr/>
          <a:lstStyle/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data1 = [(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"John"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"Alice"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"Bob"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data2 = [(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"Engineering"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"Marketing"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</a:br>
            <a:r>
              <a:rPr lang="en-IN" b="0" dirty="0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# Create </a:t>
            </a:r>
            <a:r>
              <a:rPr lang="en-IN" b="0" dirty="0" err="1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DataFrames</a:t>
            </a:r>
            <a:endParaRPr lang="en-IN" b="0" dirty="0">
              <a:solidFill>
                <a:srgbClr val="000000"/>
              </a:solidFill>
              <a:effectLst/>
              <a:highlight>
                <a:srgbClr val="FAFAFA"/>
              </a:highlight>
              <a:latin typeface="Menlo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df1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(data1,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"Name"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df2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(data2,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department_name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A1D46-CEC2-15B8-EF4D-5E1C9226A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001" y="1390365"/>
            <a:ext cx="4258269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6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4FBB-7B18-00D3-C873-61851723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06CC-D2FE-EE1B-51DD-AE97A3E73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481328"/>
            <a:ext cx="9510357" cy="4767071"/>
          </a:xfrm>
        </p:spPr>
        <p:txBody>
          <a:bodyPr/>
          <a:lstStyle/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data1 = [(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"John"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"Alice"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"Bob"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data2 = [(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"Engineering"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"Marketing"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</a:br>
            <a:r>
              <a:rPr lang="en-IN" b="0" dirty="0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# Create </a:t>
            </a:r>
            <a:r>
              <a:rPr lang="en-IN" b="0" dirty="0" err="1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DataFrames</a:t>
            </a:r>
            <a:endParaRPr lang="en-IN" b="0" dirty="0">
              <a:solidFill>
                <a:srgbClr val="000000"/>
              </a:solidFill>
              <a:effectLst/>
              <a:highlight>
                <a:srgbClr val="FAFAFA"/>
              </a:highlight>
              <a:latin typeface="Menlo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df1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(data1,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"Name"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df2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(data2,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department_name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FE7F7-C988-0839-3777-45F4E00EF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12578"/>
            <a:ext cx="4163006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31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4FBB-7B18-00D3-C873-61851723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5: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06CC-D2FE-EE1B-51DD-AE97A3E73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481328"/>
            <a:ext cx="9510357" cy="4767071"/>
          </a:xfrm>
        </p:spPr>
        <p:txBody>
          <a:bodyPr/>
          <a:lstStyle/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data1 = [(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"John"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"Alice"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"Bob"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data2 = [(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"Engineering"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"Marketing"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</a:br>
            <a:r>
              <a:rPr lang="en-IN" b="0" dirty="0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# Create </a:t>
            </a:r>
            <a:r>
              <a:rPr lang="en-IN" b="0" dirty="0" err="1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DataFrames</a:t>
            </a:r>
            <a:endParaRPr lang="en-IN" b="0" dirty="0">
              <a:solidFill>
                <a:srgbClr val="000000"/>
              </a:solidFill>
              <a:effectLst/>
              <a:highlight>
                <a:srgbClr val="FAFAFA"/>
              </a:highlight>
              <a:latin typeface="Menlo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df1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(data1,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"Name"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df2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(data2,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department_name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C4221-9BBA-DB4A-2BB9-EDD6CA211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262" y="3031309"/>
            <a:ext cx="3353268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8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4FBB-7B18-00D3-C873-61851723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6: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06CC-D2FE-EE1B-51DD-AE97A3E73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481328"/>
            <a:ext cx="9510357" cy="4767071"/>
          </a:xfrm>
        </p:spPr>
        <p:txBody>
          <a:bodyPr/>
          <a:lstStyle/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data1 = [(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"John"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"Alice"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"Bob"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data2 = [(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"Engineering"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         (</a:t>
            </a:r>
            <a:r>
              <a:rPr lang="en-IN" b="0" dirty="0">
                <a:solidFill>
                  <a:srgbClr val="098658"/>
                </a:solidFill>
                <a:effectLst/>
                <a:highlight>
                  <a:srgbClr val="FAFAFA"/>
                </a:highlight>
                <a:latin typeface="Menlo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"Marketing"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)]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</a:br>
            <a:r>
              <a:rPr lang="en-IN" b="0" dirty="0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# Create </a:t>
            </a:r>
            <a:r>
              <a:rPr lang="en-IN" b="0" dirty="0" err="1">
                <a:solidFill>
                  <a:srgbClr val="008000"/>
                </a:solidFill>
                <a:effectLst/>
                <a:highlight>
                  <a:srgbClr val="FAFAFA"/>
                </a:highlight>
                <a:latin typeface="Menlo"/>
              </a:rPr>
              <a:t>DataFrames</a:t>
            </a:r>
            <a:endParaRPr lang="en-IN" b="0" dirty="0">
              <a:solidFill>
                <a:srgbClr val="000000"/>
              </a:solidFill>
              <a:effectLst/>
              <a:highlight>
                <a:srgbClr val="FAFAFA"/>
              </a:highlight>
              <a:latin typeface="Menlo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df1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(data1,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"Name"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df2 = </a:t>
            </a:r>
            <a:r>
              <a:rPr lang="en-IN" b="0" dirty="0" err="1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spark.createDataFrame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(data2, [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department_id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, 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 err="1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department_name</a:t>
            </a:r>
            <a:r>
              <a:rPr lang="en-IN" b="0" dirty="0">
                <a:solidFill>
                  <a:srgbClr val="C72E0F"/>
                </a:solidFill>
                <a:effectLst/>
                <a:highlight>
                  <a:srgbClr val="FAFAFA"/>
                </a:highlight>
                <a:latin typeface="Menlo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AFAFA"/>
                </a:highlight>
                <a:latin typeface="Menlo"/>
              </a:rPr>
              <a:t>])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BD2ED8-499F-6756-5C59-41685FF3C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674" y="1701048"/>
            <a:ext cx="442974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59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96</TotalTime>
  <Words>455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Century Gothic</vt:lpstr>
      <vt:lpstr>Menlo</vt:lpstr>
      <vt:lpstr>Söhne Mono</vt:lpstr>
      <vt:lpstr>Wingdings 3</vt:lpstr>
      <vt:lpstr>Ion</vt:lpstr>
      <vt:lpstr>PYSPARK JOINS INTERVIEW QUESTIONS</vt:lpstr>
      <vt:lpstr>QUESTION 1:</vt:lpstr>
      <vt:lpstr>QUESTION 2:</vt:lpstr>
      <vt:lpstr>QUESTION 3:</vt:lpstr>
      <vt:lpstr>QUESTION 4:</vt:lpstr>
      <vt:lpstr>QUESTION 5:</vt:lpstr>
      <vt:lpstr>QUESTION 6: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PYSPARK JOINS INTERVIEW QUESTIONS</dc:title>
  <dc:creator>DeviKrishna R</dc:creator>
  <cp:lastModifiedBy>DeviKrishna R</cp:lastModifiedBy>
  <cp:revision>6</cp:revision>
  <dcterms:created xsi:type="dcterms:W3CDTF">2024-04-15T14:28:12Z</dcterms:created>
  <dcterms:modified xsi:type="dcterms:W3CDTF">2024-04-15T16:04:17Z</dcterms:modified>
</cp:coreProperties>
</file>